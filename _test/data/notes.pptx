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core.xml" ContentType="application/vnd.openxmlformats-package.core-propertie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presProps.xml" ContentType="application/vnd.openxmlformats-officedocument.presentationml.presProps+xml"/>
  <Override PartName="/ppt/theme/theme1.xml" ContentType="application/vnd.openxmlformats-officedocument.theme+xml"/>
  <Override PartName="/ppt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</Types>
</file>

<file path=_rels/.rels><?xml version="1.0" encoding="UTF-8"?>
<Relationships xmlns="http://schemas.openxmlformats.org/package/2006/relationships"><Relationship Id="rId1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3" Type="http://schemas.openxmlformats.org/officeDocument/2006/relationships/officeDocument" Target="ppt/presentation.xml"/>
</Relationships>
</file>

<file path=ppt/presentation.xml><?xml version="1.0" encoding="utf-8"?>
<p:presentation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sldMasterIdLst>
    <p:sldMasterId id="2147483648" r:id="rId2"/>
  </p:sldMasterIdLst>
  <p:notesMasterIdLst>
    <p:notesMasterId r:id="rId3"/>
  </p:notesMasterIdLst>
  <p:sldIdLst>
    <p:sldId id="256" r:id="rId4"/>
  </p:sldIdLst>
  <p:sldSz cx="10080625" cy="5670550"/>
  <p:notesSz cx="7772400" cy="10058400"/>
</p:presentation>
</file>

<file path=ppt/presProps.xml><?xml version="1.0" encoding="utf-8"?>
<p:presentationPr xmlns:a="http://schemas.openxmlformats.org/drawingml/2006/main" xmlns:p="http://schemas.openxmlformats.org/presentationml/2006/main" xmlns:r="http://schemas.openxmlformats.org/officeDocument/2006/relationships">
  <p:showPr showNarration="1"/>
</p:presentationPr>
</file>

<file path=ppt/_rels/presentation.xml.rels><?xml version="1.0" encoding="UTF-8"?>
<Relationships xmlns="http://schemas.openxmlformats.org/package/2006/relationships"><Relationship Id="rId1" Type="http://schemas.openxmlformats.org/officeDocument/2006/relationships/theme" Target="theme/theme1.xml"/><Relationship Id="rId2" Type="http://schemas.openxmlformats.org/officeDocument/2006/relationships/slideMaster" Target="slideMasters/slideMaster1.xml"/><Relationship Id="rId3" Type="http://schemas.openxmlformats.org/officeDocument/2006/relationships/notesMaster" Target="notesMasters/notesMaster1.xml"/><Relationship Id="rId4" Type="http://schemas.openxmlformats.org/officeDocument/2006/relationships/slide" Target="slides/slide1.xml"/><Relationship Id="rId5" Type="http://schemas.openxmlformats.org/officeDocument/2006/relationships/presProps" Target="presProps.xml"/>
</Relationships>
</file>

<file path=ppt/notesMasters/_rels/notesMaster1.xml.rels><?xml version="1.0" encoding="UTF-8"?>
<Relationships xmlns="http://schemas.openxmlformats.org/package/2006/relationships"><Relationship Id="rId1" Type="http://schemas.openxmlformats.org/officeDocument/2006/relationships/theme" Target="../theme/theme2.xml"/>
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PlaceHolder 1"/>
          <p:cNvSpPr>
            <a:spLocks noGrp="1"/>
          </p:cNvSpPr>
          <p:nvPr>
            <p:ph type="sldImg"/>
          </p:nvPr>
        </p:nvSpPr>
        <p:spPr>
          <a:xfrm>
            <a:off x="533520" y="764280"/>
            <a:ext cx="6704640" cy="37713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/>
            <a:r>
              <a:rPr lang="en-US" sz="44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Click to move the slide</a:t>
            </a:r>
            <a:endParaRPr lang="en-US" sz="4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0" name="PlaceHolder 2"/>
          <p:cNvSpPr>
            <a:spLocks noGrp="1"/>
          </p:cNvSpPr>
          <p:nvPr>
            <p:ph type="body"/>
          </p:nvPr>
        </p:nvSpPr>
        <p:spPr>
          <a:xfrm>
            <a:off x="777240" y="4777560"/>
            <a:ext cx="6217560" cy="45259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pPr indent="0">
              <a:buNone/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Click to edit the notes format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1" name="PlaceHolder 3"/>
          <p:cNvSpPr>
            <a:spLocks noGrp="1"/>
          </p:cNvSpPr>
          <p:nvPr>
            <p:ph type="hdr"/>
          </p:nvPr>
        </p:nvSpPr>
        <p:spPr>
          <a:xfrm>
            <a:off x="0" y="0"/>
            <a:ext cx="3372840" cy="5025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pPr indent="0">
              <a:buNone/>
            </a:pPr>
            <a:r>
              <a: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&lt;header&gt;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2" name="PlaceHolder 4"/>
          <p:cNvSpPr>
            <a:spLocks noGrp="1"/>
          </p:cNvSpPr>
          <p:nvPr>
            <p:ph type="dt" idx="4"/>
          </p:nvPr>
        </p:nvSpPr>
        <p:spPr>
          <a:xfrm>
            <a:off x="4399200" y="0"/>
            <a:ext cx="3372840" cy="5025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lstStyle>
            <a:lvl1pPr indent="0" algn="r">
              <a:buNone/>
              <a:def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r">
              <a:buNone/>
            </a:pPr>
            <a:r>
              <a: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&lt;date/time&gt;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3" name="PlaceHolder 5"/>
          <p:cNvSpPr>
            <a:spLocks noGrp="1"/>
          </p:cNvSpPr>
          <p:nvPr>
            <p:ph type="ftr" idx="5"/>
          </p:nvPr>
        </p:nvSpPr>
        <p:spPr>
          <a:xfrm>
            <a:off x="0" y="9555480"/>
            <a:ext cx="3372840" cy="5025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b">
            <a:noAutofit/>
          </a:bodyPr>
          <a:lstStyle>
            <a:lvl1pPr indent="0">
              <a:buNone/>
              <a:def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>
              <a:buNone/>
            </a:pPr>
            <a:r>
              <a: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&lt;footer&gt;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4" name="PlaceHolder 6"/>
          <p:cNvSpPr>
            <a:spLocks noGrp="1"/>
          </p:cNvSpPr>
          <p:nvPr>
            <p:ph type="sldNum" idx="6"/>
          </p:nvPr>
        </p:nvSpPr>
        <p:spPr>
          <a:xfrm>
            <a:off x="4399200" y="9555480"/>
            <a:ext cx="3372840" cy="5025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b">
            <a:noAutofit/>
          </a:bodyPr>
          <a:lstStyle>
            <a:lvl1pPr indent="0" algn="r">
              <a:buNone/>
              <a:def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r">
              <a:buNone/>
            </a:pPr>
            <a:fld id="{ACDE1B2B-D545-46C0-81A7-5D14CA32AC4A}" type="slidenum">
              <a: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&lt;number&gt;</a:t>
            </a:fld>
            <a:endParaRPr lang="en-US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</p:notesMaster>
</file>

<file path=ppt/notesSlides/_rels/notesSlide1.xml.rels><?xml version="1.0" encoding="UTF-8"?>
<Relationships xmlns="http://schemas.openxmlformats.org/package/2006/relationships"><Relationship Id="rId1" Type="http://schemas.openxmlformats.org/officeDocument/2006/relationships/slide" Target="../slides/slide1.xml"/><Relationship Id="rId2" Type="http://schemas.openxmlformats.org/officeDocument/2006/relationships/notesMaster" Target="../notesMasters/notesMaster1.xml"/>
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"/>
          <p:cNvSpPr txBox="1"/>
          <p:nvPr/>
        </p:nvSpPr>
        <p:spPr>
          <a:xfrm>
            <a:off x="0" y="0"/>
            <a:ext cx="360" cy="7257240"/>
          </a:xfrm>
          <a:prstGeom prst="rect">
            <a:avLst/>
          </a:prstGeom>
          <a:solidFill>
            <a:srgbClr val="729fcf"/>
          </a:solidFill>
          <a:ln w="0">
            <a:solidFill>
              <a:srgbClr val="3465a4"/>
            </a:solidFill>
          </a:ln>
        </p:spPr>
        <p:txBody>
          <a:bodyPr lIns="90000" rIns="90000" tIns="45000" bIns="45000" anchor="t">
            <a:spAutoFit/>
          </a:bodyPr>
          <a:p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These are the speaker notes.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</p:notes>
</file>

<file path=ppt/slideLayouts/_rels/slideLayout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slideLayout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itle" preserve="1">
  <p:cSld name="Defaul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PlaceHolder 1"/>
          <p:cNvSpPr>
            <a:spLocks noGrp="1"/>
          </p:cNvSpPr>
          <p:nvPr>
            <p:ph type="title"/>
          </p:nvPr>
        </p:nvSpPr>
        <p:spPr>
          <a:xfrm>
            <a:off x="504000" y="226080"/>
            <a:ext cx="9071640" cy="9464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spAutoFit/>
          </a:bodyPr>
          <a:p>
            <a:pPr indent="0" algn="ctr">
              <a:buNone/>
            </a:pPr>
            <a:endParaRPr lang="en-US" sz="4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8" name="PlaceHolder 2"/>
          <p:cNvSpPr>
            <a:spLocks noGrp="1"/>
          </p:cNvSpPr>
          <p:nvPr>
            <p:ph type="subTitle"/>
          </p:nvPr>
        </p:nvSpPr>
        <p:spPr>
          <a:xfrm>
            <a:off x="504000" y="1326600"/>
            <a:ext cx="9071640" cy="32882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spAutoFit/>
          </a:bodyPr>
          <a:p>
            <a:pPr indent="0" algn="ctr">
              <a:buNone/>
            </a:pPr>
            <a:endParaRPr lang="en-US" sz="3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5" name="PlaceHolder 4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E0F08C80-DBA9-41A0-B1B8-6AA3F5BA7AAF}" type="slidenum">
              <a:t>&lt;#&gt;</a:t>
            </a:fld>
          </a:p>
        </p:txBody>
      </p:sp>
      <p:sp>
        <p:nvSpPr>
          <p:cNvPr id="6" name="PlaceHolder 5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US"/>
              <a:t/>
            </a:r>
          </a:p>
        </p:txBody>
      </p:sp>
    </p:spTree>
  </p:cSld>
</p:sldLayout>
</file>

<file path=ppt/slideMasters/_rels/slideMaster1.xml.rels><?xml version="1.0" encoding="UTF-8"?>
<Relationships xmlns="http://schemas.openxmlformats.org/package/2006/relationships"><Relationship Id="rId1" Type="http://schemas.openxmlformats.org/officeDocument/2006/relationships/theme" Target="../theme/theme1.xml"/><Relationship Id="rId2" Type="http://schemas.openxmlformats.org/officeDocument/2006/relationships/slideLayout" Target="../slideLayouts/slideLayout1.xml"/>
</Relationships>
</file>

<file path=ppt/slideMasters/slideMaster1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title"/>
          </p:nvPr>
        </p:nvSpPr>
        <p:spPr>
          <a:xfrm>
            <a:off x="504000" y="226080"/>
            <a:ext cx="9071640" cy="9464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 algn="ctr">
              <a:buNone/>
            </a:pPr>
            <a:r>
              <a:rPr lang="en-US" sz="44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Click to edit the title text format</a:t>
            </a:r>
            <a:endParaRPr lang="en-US" sz="4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" name="PlaceHolder 2"/>
          <p:cNvSpPr>
            <a:spLocks noGrp="1"/>
          </p:cNvSpPr>
          <p:nvPr>
            <p:ph type="body"/>
          </p:nvPr>
        </p:nvSpPr>
        <p:spPr>
          <a:xfrm>
            <a:off x="504000" y="1326600"/>
            <a:ext cx="9071640" cy="32882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32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Click to edit the outline text format</a:t>
            </a:r>
            <a:endParaRPr lang="en-US" sz="3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864000" lvl="1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US" sz="2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Second Outline Level</a:t>
            </a:r>
            <a:endParaRPr lang="en-US" sz="2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1296000" lvl="2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24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Third Outline Level</a:t>
            </a:r>
            <a:endParaRPr lang="en-US" sz="2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1728000" lvl="3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Fourth Outline Level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160000" lvl="4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Fifth Outline Level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592000" lvl="5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Sixth Outline Level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3024000" lvl="6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Seventh Outline Level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dt" idx="1"/>
          </p:nvPr>
        </p:nvSpPr>
        <p:spPr>
          <a:xfrm>
            <a:off x="504000" y="5165280"/>
            <a:ext cx="2348280" cy="3906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lstStyle>
            <a:lvl1pPr indent="0">
              <a:buNone/>
              <a:def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>
              <a:buNone/>
            </a:pPr>
            <a:r>
              <a: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&lt;date/time&gt;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5" name="PlaceHolder 4"/>
          <p:cNvSpPr>
            <a:spLocks noGrp="1"/>
          </p:cNvSpPr>
          <p:nvPr>
            <p:ph type="ftr" idx="2"/>
          </p:nvPr>
        </p:nvSpPr>
        <p:spPr>
          <a:xfrm>
            <a:off x="3447360" y="5165280"/>
            <a:ext cx="3195000" cy="3906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lstStyle>
            <a:lvl1pPr indent="0" algn="ctr">
              <a:buNone/>
              <a:def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buNone/>
            </a:pPr>
            <a:r>
              <a: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&lt;footer&gt;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6" name="PlaceHolder 5"/>
          <p:cNvSpPr>
            <a:spLocks noGrp="1"/>
          </p:cNvSpPr>
          <p:nvPr>
            <p:ph type="sldNum" idx="3"/>
          </p:nvPr>
        </p:nvSpPr>
        <p:spPr>
          <a:xfrm>
            <a:off x="7227360" y="5165280"/>
            <a:ext cx="2348280" cy="3906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lstStyle>
            <a:lvl1pPr indent="0" algn="r">
              <a:buNone/>
              <a:def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r">
              <a:buNone/>
            </a:pPr>
            <a:fld id="{AB209E0E-EB2E-4E93-8154-7D82C5D58C3B}" type="slidenum">
              <a: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&lt;number&gt;</a:t>
            </a:fld>
            <a:endParaRPr lang="en-US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2"/>
  </p:sldLayoutIdLst>
</p:sldMaster>
</file>

<file path=ppt/slides/_rels/slide1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
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"/>
          <p:cNvSpPr txBox="1"/>
          <p:nvPr/>
        </p:nvSpPr>
        <p:spPr>
          <a:xfrm>
            <a:off x="0" y="0"/>
            <a:ext cx="360" cy="8793000"/>
          </a:xfrm>
          <a:prstGeom prst="rect">
            <a:avLst/>
          </a:prstGeom>
          <a:solidFill>
            <a:srgbClr val="729fcf"/>
          </a:solidFill>
          <a:ln w="0">
            <a:solidFill>
              <a:srgbClr val="3465a4"/>
            </a:solidFill>
          </a:ln>
        </p:spPr>
        <p:txBody>
          <a:bodyPr lIns="90000" rIns="90000" tIns="45000" bIns="45000" anchor="t">
            <a:spAutoFit/>
          </a:bodyPr>
          <a:p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Slide with notes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Visible slide body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theme/theme1.xml><?xml version="1.0" encoding="utf-8"?>
<a:theme xmlns:a="http://schemas.openxmlformats.org/drawingml/2006/main" xmlns:r="http://schemas.openxmlformats.org/officeDocument/2006/relationships" name="Office">
  <a:themeElements>
    <a:clrScheme name="LibreOffice">
      <a:dk1>
        <a:srgbClr val="000000"/>
      </a:dk1>
      <a:lt1>
        <a:srgbClr val="ffffff"/>
      </a:lt1>
      <a:dk2>
        <a:srgbClr val="000000"/>
      </a:dk2>
      <a:lt2>
        <a:srgbClr val="ffffff"/>
      </a:lt2>
      <a:accent1>
        <a:srgbClr val="18a303"/>
      </a:accent1>
      <a:accent2>
        <a:srgbClr val="0369a3"/>
      </a:accent2>
      <a:accent3>
        <a:srgbClr val="a33e03"/>
      </a:accent3>
      <a:accent4>
        <a:srgbClr val="8e03a3"/>
      </a:accent4>
      <a:accent5>
        <a:srgbClr val="c99c00"/>
      </a:accent5>
      <a:accent6>
        <a:srgbClr val="c9211e"/>
      </a:accent6>
      <a:hlink>
        <a:srgbClr val="0000ee"/>
      </a:hlink>
      <a:folHlink>
        <a:srgbClr val="551a8b"/>
      </a:folHlink>
    </a:clrScheme>
    <a:fontScheme name="Office">
      <a:majorFont>
        <a:latin typeface="Arial" pitchFamily="0" charset="1"/>
        <a:ea typeface="DejaVu Sans" pitchFamily="0" charset="1"/>
        <a:cs typeface="DejaVu Sans" pitchFamily="0" charset="1"/>
      </a:majorFont>
      <a:minorFont>
        <a:latin typeface="Arial" pitchFamily="0" charset="1"/>
        <a:ea typeface="DejaVu Sans" pitchFamily="0" charset="1"/>
        <a:cs typeface="DejaVu Sans" pitchFamily="0" charset="1"/>
      </a:minorFont>
    </a:fontScheme>
    <a:fmtScheme>
      <a:fillStyleLst>
        <a:solidFill>
          <a:schemeClr val="phClr"/>
        </a:solidFill>
        <a:solidFill>
          <a:schemeClr val="phClr"/>
        </a:solidFill>
        <a:solidFill>
          <a:schemeClr val="phClr"/>
        </a:solidFill>
      </a:fillStyleLst>
      <a:lnStyleLst>
        <a:ln w="6350" cap="flat" cmpd="sng" algn="ctr">
          <a:prstDash val="solid"/>
          <a:miter/>
        </a:ln>
        <a:ln w="6350" cap="flat" cmpd="sng" algn="ctr">
          <a:prstDash val="solid"/>
          <a:miter/>
        </a:ln>
        <a:ln w="6350" cap="flat" cmpd="sng" algn="ctr">
          <a:prstDash val="solid"/>
          <a:miter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/>
        </a:solidFill>
        <a:solidFill>
          <a:schemeClr val="phClr"/>
        </a:soli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Office Theme">
  <a:themeElements>
    <a:clrScheme name="LibreOffice">
      <a:dk1>
        <a:srgbClr val="000000"/>
      </a:dk1>
      <a:lt1>
        <a:srgbClr val="ffffff"/>
      </a:lt1>
      <a:dk2>
        <a:srgbClr val="000000"/>
      </a:dk2>
      <a:lt2>
        <a:srgbClr val="ffffff"/>
      </a:lt2>
      <a:accent1>
        <a:srgbClr val="18a303"/>
      </a:accent1>
      <a:accent2>
        <a:srgbClr val="0369a3"/>
      </a:accent2>
      <a:accent3>
        <a:srgbClr val="a33e03"/>
      </a:accent3>
      <a:accent4>
        <a:srgbClr val="8e03a3"/>
      </a:accent4>
      <a:accent5>
        <a:srgbClr val="c99c00"/>
      </a:accent5>
      <a:accent6>
        <a:srgbClr val="c9211e"/>
      </a:accent6>
      <a:hlink>
        <a:srgbClr val="0000ee"/>
      </a:hlink>
      <a:folHlink>
        <a:srgbClr val="551a8b"/>
      </a:folHlink>
    </a:clrScheme>
    <a:fontScheme name="Office">
      <a:majorFont>
        <a:latin typeface="Arial" pitchFamily="0" charset="1"/>
        <a:ea typeface="DejaVu Sans" pitchFamily="0" charset="1"/>
        <a:cs typeface="DejaVu Sans" pitchFamily="0" charset="1"/>
      </a:majorFont>
      <a:minorFont>
        <a:latin typeface="Arial" pitchFamily="0" charset="1"/>
        <a:ea typeface="DejaVu Sans" pitchFamily="0" charset="1"/>
        <a:cs typeface="DejaVu Sans" pitchFamily="0" charset="1"/>
      </a:minorFont>
    </a:fontScheme>
    <a:fmtScheme>
      <a:fillStyleLst>
        <a:solidFill>
          <a:schemeClr val="phClr"/>
        </a:solidFill>
        <a:solidFill>
          <a:schemeClr val="phClr"/>
        </a:solidFill>
        <a:solidFill>
          <a:schemeClr val="phClr"/>
        </a:solidFill>
      </a:fillStyleLst>
      <a:lnStyleLst>
        <a:ln w="6350" cap="flat" cmpd="sng" algn="ctr">
          <a:prstDash val="solid"/>
          <a:miter/>
        </a:ln>
        <a:ln w="6350" cap="flat" cmpd="sng" algn="ctr">
          <a:prstDash val="solid"/>
          <a:miter/>
        </a:ln>
        <a:ln w="6350" cap="flat" cmpd="sng" algn="ctr">
          <a:prstDash val="solid"/>
          <a:miter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/>
        </a:solidFill>
        <a:solidFill>
          <a:schemeClr val="phClr"/>
        </a:solidFill>
      </a:bgFillStyleLst>
    </a:fmtScheme>
  </a:themeElements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0</TotalTime>
  <Application>LibreOffice/25.8.7.3$Linux_X86_64 LibreOffice_project/580$Build-3</Application>
  <AppVersion>15.0000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creator/>
  <dc:description/>
  <dc:language>en-US</dc:language>
  <cp:lastModifiedBy/>
  <cp:revision>0</cp:revision>
  <dc:subject/>
  <dc:title/>
</cp:coreProperties>
</file>