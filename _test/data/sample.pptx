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330F5B-1C3D-4F0A-9EC2-FC08A583B9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FE7AE9-2FC1-47A3-B2E0-46615D6B43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A555FE1-6893-41BF-882E-808745FB73A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0" y="0"/>
            <a:ext cx="360" cy="9304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One Title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 slide body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0" y="0"/>
            <a:ext cx="360" cy="95608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Two Title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slide body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